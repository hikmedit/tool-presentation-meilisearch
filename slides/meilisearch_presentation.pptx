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5CAA"/>
                </a:solidFill>
                <a:latin typeface="Calibri"/>
              </a:rPr>
              <a:t>Meilisearch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A developer-friendly open-source 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Hikmet Gultekin  —  150220321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YZV 322E — Applied 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AAAAC0"/>
                </a:solidFill>
                <a:latin typeface="Calibri"/>
              </a:rPr>
              <a:t>ITU — Spring 2026  —  Dr. Mehmet Tunçel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AAAAC0"/>
                </a:solidFill>
                <a:latin typeface="Calibri"/>
              </a:rPr>
              <a:t>1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Meilisearch?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1B2F"/>
                </a:solidFill>
                <a:latin typeface="Calibri"/>
              </a:rPr>
              <a:t>An open-source search engine for application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First public release: 2018  —  current major version: v1.x (2024–2025)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Maintainer: Meili SAS (Paris, France)  —  written in Rust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License: MIT (open source, free for self-hosting)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Single statically-linked binary  —  no JVM, no cluster setup needed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REST + JSON API, official SDKs for Python, JS, Go, Ruby, PHP, Rust 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Built-in features: typo tolerance, prefix search, faceting, filters,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Problem Does It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1B2F"/>
                </a:solidFill>
                <a:latin typeface="Calibri"/>
              </a:rPr>
              <a:t>Application search — the search bar your users actually type into.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Users make typos.  Plain SQL  LIKE '%query%'  returns nothing.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Users want results as they type.  Most engines need a full word.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Developers want a simple JSON API, not a multi-node cluster.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Operations teams want one binary, low memory, fast restart.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5CAA"/>
                </a:solidFill>
                <a:latin typeface="Calibri"/>
              </a:rPr>
              <a:t>Closest alternatives: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Elasticsearch / OpenSearch — powerful, but heavy; meant for log analytics too.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Typesense — closest peer; similar instant-search focus, different API and ranking.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Algolia — same UX, but commercial SaaS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Meilisearch vs. Elasticsearch —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3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77639"/>
                <a:gridCol w="3977639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5C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Meilisearch</a:t>
                      </a:r>
                    </a:p>
                  </a:txBody>
                  <a:tcPr>
                    <a:solidFill>
                      <a:srgbClr val="FF5C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Elasticsearch</a:t>
                      </a:r>
                    </a:p>
                  </a:txBody>
                  <a:tcPr>
                    <a:solidFill>
                      <a:srgbClr val="FF5CA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1B2F"/>
                          </a:solidFill>
                          <a:latin typeface="Calibri"/>
                        </a:rPr>
                        <a:t>Primary use case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Application search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Search + log analytics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1B2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Java (JVM)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1B2F"/>
                          </a:solidFill>
                          <a:latin typeface="Calibri"/>
                        </a:rPr>
                        <a:t>Default install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1 binary / 1 container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Cluster (3+ nodes typical)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1B2F"/>
                          </a:solidFill>
                          <a:latin typeface="Calibri"/>
                        </a:rPr>
                        <a:t>Memory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~100 MB idle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~1 GB+ idle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1B2F"/>
                          </a:solidFill>
                          <a:latin typeface="Calibri"/>
                        </a:rPr>
                        <a:t>Typo tolerance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Built in, default on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Manual (fuzzy queries)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1B2F"/>
                          </a:solidFill>
                          <a:latin typeface="Calibri"/>
                        </a:rPr>
                        <a:t>Faceting / filters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First-class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First-class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B1B2F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Catalog, docs, in-app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2F"/>
                          </a:solidFill>
                          <a:latin typeface="Calibri"/>
                        </a:rPr>
                        <a:t>Log search, observability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Rule of thumb: pick Meilisearch when search IS the product, not when search is one feature of an observability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Course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1B2F"/>
                </a:solidFill>
                <a:latin typeface="Calibri"/>
              </a:rPr>
              <a:t>Maps to the Elasticsearch / Kibana week of the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Same role in the pipeline as Elasticsearch: search index over JSON documents.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NiFi or Kafka can push documents into Meilisearch the same way they would push to Elasticsearch.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When the goal is product / catalog / documentation search rather than log analytics, Meilisearch is the lighter choice.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Trade-off: Meilisearch does NOT replace Kibana for log dashboards. The two tools target different jobs.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In the course pipeline you can drop Meilisearch in for the 'search' box and keep Elasticsearch for the 'observability'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Setup — Docker in 30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5566"/>
                </a:solidFill>
                <a:latin typeface="Calibri"/>
              </a:rPr>
              <a:t>Single service, one healthcheck, no cluster.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>
                <a:solidFill>
                  <a:srgbClr val="CDD6F4"/>
                </a:solidFill>
                <a:latin typeface="Menlo"/>
              </a:rPr>
              <a:t># docker-compose.yml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services: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meilisearch: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image: getmeili/meilisearch:v1.11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ports: ["7700:7700"]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environment: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  MEILI_MASTER_KEY: ${MEILI_MASTER_KEY}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  MEILI_ENV: development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volumes: ["meili_data:/meili_data"]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1B2F"/>
                </a:solidFill>
                <a:latin typeface="Calibri"/>
              </a:rPr>
              <a:t>Start it and check that it is alive: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>
                <a:solidFill>
                  <a:srgbClr val="CDD6F4"/>
                </a:solidFill>
                <a:latin typeface="Menlo"/>
              </a:rPr>
              <a:t>$ docker compose up -d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$ curl http://localhost:7700/health    # -&gt; {"status":"available"}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1 — Indexing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5566"/>
                </a:solidFill>
                <a:latin typeface="Calibri"/>
              </a:rPr>
              <a:t>Configure attributes, push 40 movies, wait for the task. Done.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>
                <a:solidFill>
                  <a:srgbClr val="CDD6F4"/>
                </a:solidFill>
                <a:latin typeface="Menlo"/>
              </a:rPr>
              <a:t>import meilisearch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client = meilisearch.Client("http://localhost:7700", MASTER_KEY)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index  = client.index("movies")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/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index.update_settings({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"searchableAttributes": ["title", "overview", "director", "genres"],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"filterableAttributes": ["genres", "year", "director", "rating"],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"sortableAttributes":   ["year", "rating"],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})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task = index.add_documents(movies, primary_key="id")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1B2F"/>
                </a:solidFill>
                <a:latin typeface="Calibri"/>
              </a:rPr>
              <a:t>Output: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>
                <a:solidFill>
                  <a:srgbClr val="CDD6F4"/>
                </a:solidFill>
                <a:latin typeface="Menlo"/>
              </a:rPr>
              <a:t>  task uid: 1  status: enqueued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final status: succeeded  duration: PT0.020630792S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Index ready. Documents: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2 — Typo Tolerance, Filters, Highlighting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>
                <a:solidFill>
                  <a:srgbClr val="CDD6F4"/>
                </a:solidFill>
                <a:latin typeface="Menlo"/>
              </a:rPr>
              <a:t># typo: 'godfther'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index.search("godfther")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-&gt; 1 hit  [0 ms]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 The Godfather (1972)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/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# typo: 'interstelar'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index.search("interstelar")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-&gt; 1 hit  [0 ms]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 Interstellar (2014)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57600"/>
            <a:ext cx="11064240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>
                <a:solidFill>
                  <a:srgbClr val="CDD6F4"/>
                </a:solidFill>
                <a:latin typeface="Menlo"/>
              </a:rPr>
              <a:t># filter + sort: action movies after 2010, best rating first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index.search("", {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"filter": ["genres = 'Action'", "year &gt; 2010"],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"sort":   ["rating:desc"],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})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-&gt; Avengers: Endgame (8.4)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 Spider-Man: Into the Spider-Verse (8.4)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   Blade Runner 2049 (8.0)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3 — Facets + Repo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1B2F"/>
                </a:solidFill>
                <a:latin typeface="Calibri"/>
              </a:rPr>
              <a:t>Faceted search: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0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>
                <a:solidFill>
                  <a:srgbClr val="CDD6F4"/>
                </a:solidFill>
                <a:latin typeface="Menlo"/>
              </a:rPr>
              <a:t>index.search("", {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"facets": ["genres", "director"],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"limit":  0,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})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/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facet: genres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Drama       28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Adventure   14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Action      12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Sci-Fi       9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Crime        8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  Animation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05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B1B2F"/>
                </a:solidFill>
                <a:latin typeface="Calibri"/>
              </a:rPr>
              <a:t>Repo layout: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48640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300">
                <a:solidFill>
                  <a:srgbClr val="CDD6F4"/>
                </a:solidFill>
                <a:latin typeface="Menlo"/>
              </a:rPr>
              <a:t>tool-presentation-meilisearch/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├── docker-compose.yml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├── requirements.txt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├── .env.example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├── data/movies.json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├── scripts/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│   ├── 01_index_data.py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│   ├── 02_search_demo.py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│   └── 03_facet_demo.py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├── README.md</a:t>
            </a:r>
          </a:p>
          <a:p>
            <a:r>
              <a:rPr sz="1300">
                <a:solidFill>
                  <a:srgbClr val="CDD6F4"/>
                </a:solidFill>
                <a:latin typeface="Menlo"/>
              </a:rPr>
              <a:t>└── AI_USAGE.md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Official site:  https://www.meilisearch.com/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Documentation:  https://www.meilisearch.com/docs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GitHub:         https://github.com/meilisearch/meilisearch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Python SDK:     https://github.com/meilisearch/meilisearch-python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Docker image:   https://hub.docker.com/r/getmeili/meilisearch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Comparison with Elasticsearch (official): https://www.meilisearch.com/docs/learn/resources/comparison_to_alternatives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This project's repo:  https://github.com/hikmedit/tool-presentation-meilisearch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5CAA"/>
                </a:solidFill>
                <a:latin typeface="Calibri"/>
              </a:rPr>
              <a:t>Thank you.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Hikmet Gultekin — 150220321 — YZV 322E —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